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Exemple synthétique de cours. Les valeurs définissent le circuit représenté. Texte et formule éditables.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Image originale du fixture de cours RC créé dans ce projet, conservée avec ses proportions.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E65C5A7-A3BA-4186-B0BB-794EE77D3881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8204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Charge d’un condensateur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EB21B2-8F01-41A9-A96D-4551982B43AA}"/>
              </a:ext>
            </a:extLst>
          </p:cNvPr>
          <p:cNvSpPr>
            <a:spLocks noGrp="1"/>
          </p:cNvSpPr>
          <p:nvPr/>
        </p:nvSpPr>
        <p:spPr>
          <a:xfrm>
            <a:off x="685800" y="15430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Circuit RC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48FCE5-CB03-457E-9D30-2816C8203AE8}"/>
              </a:ext>
            </a:extLst>
          </p:cNvPr>
          <p:cNvSpPr>
            <a:spLocks noGrp="1"/>
          </p:cNvSpPr>
          <p:nvPr/>
        </p:nvSpPr>
        <p:spPr>
          <a:xfrm>
            <a:off x="685800" y="2514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 = 2,2 kΩ       C = 100 μF       E = 5,0 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BE00AF9-9A00-499E-B4FC-2045657442E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85800" y="3609975"/>
                <a:ext cx="10820400" cy="809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sz="4200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sz="4200" i="1">
                          <a:latin typeface="Cambria Math"/>
                        </a:rPr>
                        <m:t>(</m:t>
                      </m:r>
                      <m:r>
                        <a:rPr sz="4200" i="1">
                          <a:latin typeface="Cambria Math"/>
                        </a:rPr>
                        <m:t>𝑡</m:t>
                      </m:r>
                      <m:r>
                        <a:rPr sz="4200" i="1">
                          <a:latin typeface="Cambria Math"/>
                        </a:rPr>
                        <m:t>) = </m:t>
                      </m:r>
                      <m:r>
                        <a:rPr sz="4200" i="1">
                          <a:latin typeface="Cambria Math"/>
                        </a:rPr>
                        <m:t>𝐸</m:t>
                      </m:r>
                      <m:r>
                        <a:rPr sz="4200" i="1">
                          <a:latin typeface="Cambria Math"/>
                        </a:rPr>
                        <m:t> × (1 − </m:t>
                      </m:r>
                      <m:sSup>
                        <m:sSupPr>
                          <m:ctrlPr>
                            <a:rPr sz="4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200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sz="4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42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sz="4200" i="1">
                                  <a:latin typeface="Cambria Math"/>
                                </a:rPr>
                                <m:t>𝑡</m:t>
                              </m:r>
                            </m:num>
                            <m:den>
                              <m:r>
                                <a:rPr sz="4200" i="1">
                                  <a:latin typeface="Cambria Math"/>
                                </a:rPr>
                                <m:t>𝜏</m:t>
                              </m:r>
                            </m:den>
                          </m:f>
                        </m:sup>
                      </m:sSup>
                      <m:r>
                        <a:rPr sz="42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sz="4200"/>
              </a:p>
            </p:txBody>
          </p:sp>
        </mc:Choice>
        <mc:Fallback xmlns:ns6="http://schemas.microsoft.com/office/powerpoint/2010/main" xmlns:ns2="http://schemas.microsoft.com/office/drawing/2014/main" xmlns:m="http://schemas.openxmlformats.org/officeDocument/2006/math" xmlns="">
          <p:sp>
            <p:nvSpPr>
              <p:cNvPr id="4" name="">
                <a:extLst>
                  <a:ext uri="{FF2B5EF4-FFF2-40B4-BE49-F238E27FC236}">
                    <ns2:creationId id="{ABE00AF9-9A00-499E-B4FC-2045657442E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85800" y="3609975"/>
                <a:ext cx="10820400" cy="809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>
                <a:noAutofit/>
              </a:bodyPr>
              <a:lstStyle/>
              <a:p>
                <a:r>
                  <a:rPr sz="4200"/>
                  <a:t>EQUATION FALLBACK SHOULD NOT APPEAR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B47AF23C-A337-4546-BE70-267ADDFA65AF}"/>
              </a:ext>
            </a:extLst>
          </p:cNvPr>
          <p:cNvSpPr>
            <a:spLocks noGrp="1"/>
          </p:cNvSpPr>
          <p:nvPr/>
        </p:nvSpPr>
        <p:spPr>
          <a:xfrm>
            <a:off x="685800" y="4876800"/>
            <a:ext cx="108204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Constante de temps : τ = RC = 0,22 s</a:t>
            </a:r>
          </a:p>
        </p:txBody>
      </p:sp>
    </p:spTree>
    <p:extLst>
      <p:ext uri="{BB962C8B-B14F-4D97-AF65-F5344CB8AC3E}">
        <p14:creationId xmlns:p14="http://schemas.microsoft.com/office/powerpoint/2010/main" val="1953338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005B625-51A7-4D7C-8426-CB9D12471591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8204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Réponse temporelle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C58DA1-A901-4DAE-867C-209E062F08D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4095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À t = τ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5EFBB7-08A4-4903-B59D-9A3CC5230270}"/>
              </a:ext>
            </a:extLst>
          </p:cNvPr>
          <p:cNvSpPr>
            <a:spLocks noGrp="1"/>
          </p:cNvSpPr>
          <p:nvPr/>
        </p:nvSpPr>
        <p:spPr>
          <a:xfrm>
            <a:off x="685800" y="2743200"/>
            <a:ext cx="4191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u_C(τ) ≈ 0,632 × 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5EB548-1B55-424D-8586-BDDD628ACA90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4191000" cy="1524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Le condensateur atteint environ 63 % de sa tension finale.</a:t>
            </a: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76850" y="1671988"/>
            <a:ext cx="6229350" cy="440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403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</Words>
  <Application>Microsoft Office PowerPoint</Application>
  <DocSecurity>0</DocSecurity>
  <PresentationFormat>Grand écran</PresentationFormat>
  <Paragraphs>11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Cambria Math</vt:lpstr>
      <vt:lpstr>ChatGPT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Presentation</dc:title>
  <dc:creator>RePaper</dc:creator>
  <ns0:lastModifiedBy>RePaper</ns0:lastModifiedBy>
  <ns0:revision>1</ns0:revision>
  <ns2:created xsi:type="dcterms:W3CDTF">2026-09-07T20:17:05Z</ns2:created>
  <ns2:modified xsi:type="dcterms:W3CDTF">2026-09-07T20:44:28Z</ns2:modified>
</ns0:coreProperties>
</file>