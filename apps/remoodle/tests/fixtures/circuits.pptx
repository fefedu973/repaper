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bd99862ef4157" /><Relationship Type="http://schemas.openxmlformats.org/officeDocument/2006/relationships/extended-properties" Target="/docProps/app.xml" Id="R384ee9694d524953" /><Relationship Type="http://schemas.openxmlformats.org/officeDocument/2006/relationships/officeDocument" Target="/ppt/presentation.xml" Id="R5793e01190b6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5e4f89723a4ba3"/>
  </p:sldMasterIdLst>
  <p:notesMasterIdLst>
    <p:notesMasterId xmlns:r="http://schemas.openxmlformats.org/officeDocument/2006/relationships" r:id="R718750a52d3b45b7"/>
  </p:notesMasterIdLst>
  <p:sldIdLst>
    <p:sldId xmlns:r="http://schemas.openxmlformats.org/officeDocument/2006/relationships" id="256" r:id="R9b358403dbbd4fd2"/>
    <p:sldId xmlns:r="http://schemas.openxmlformats.org/officeDocument/2006/relationships" id="257" r:id="R74a7974403fb48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52ff53b3e4b09" /><Relationship Type="http://schemas.openxmlformats.org/officeDocument/2006/relationships/slideMaster" Target="/ppt/slideMasters/slideMaster1.xml" Id="R125e4f89723a4ba3" /><Relationship Type="http://schemas.openxmlformats.org/officeDocument/2006/relationships/notesMaster" Target="/ppt/notesMasters/notesMaster1.xml" Id="R718750a52d3b45b7" /><Relationship Type="http://schemas.openxmlformats.org/officeDocument/2006/relationships/presProps" Target="/ppt/presProps.xml" Id="R0ba57064c14149c2" /><Relationship Type="http://schemas.openxmlformats.org/officeDocument/2006/relationships/tableStyles" Target="/ppt/tableStyles.xml" Id="R833c6845b5db4137" /><Relationship Type="http://schemas.openxmlformats.org/officeDocument/2006/relationships/slide" Target="/ppt/slides/slide1.xml" Id="R9b358403dbbd4fd2" /><Relationship Type="http://schemas.openxmlformats.org/officeDocument/2006/relationships/slide" Target="/ppt/slides/slide2.xml" Id="R74a7974403fb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403acdc1a43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cc05f8ced4379" /><Relationship Type="http://schemas.openxmlformats.org/officeDocument/2006/relationships/notesMaster" Target="/ppt/notesMasters/notesMaster1.xml" Id="R0a1d3d5265794e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fe24f96b0d4068" /><Relationship Type="http://schemas.openxmlformats.org/officeDocument/2006/relationships/notesMaster" Target="/ppt/notesMasters/notesMaster1.xml" Id="Rdc47dd86acb84a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Exemple synthétique de cours. Les valeurs définissent le circuit représenté. Texte et formule éditables.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originale du fixture de cours RC créé dans ce projet, conservée avec ses proportions.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9bc2999da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2a2ac2c5d4119" /><Relationship Type="http://schemas.openxmlformats.org/officeDocument/2006/relationships/slideLayout" Target="/ppt/slideLayouts/slideLayout1.xml" Id="R4e249b6624454f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49b662445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a2b1b888a444c" /><Relationship Type="http://schemas.openxmlformats.org/officeDocument/2006/relationships/notesSlide" Target="/ppt/notesSlides/notesSlide1.xml" Id="Reac1aab3b22e4a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ed3e3741445e3" /><Relationship Type="http://schemas.openxmlformats.org/officeDocument/2006/relationships/image" Target="/ppt/media/image.png" Id="R1fafdfe4800c49b8" /><Relationship Type="http://schemas.openxmlformats.org/officeDocument/2006/relationships/notesSlide" Target="/ppt/notesSlides/notesSlide2.xml" Id="R4b842c26964f4f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5C5A7-A3BA-4186-B0BB-794EE77D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Charge d’un condensateur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B21B2-8F01-41A9-A96D-4551982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Circuit RC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8FCE5-CB03-457E-9D30-2816C82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= 2,2 kΩ       C = 100 μF       E = 5,0 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00AF9-9A00-499E-B4FC-20456574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u_C(t) = E × (1 − exp(−t / τ))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AF23C-A337-4546-BE70-267ADDF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Constante de temps : τ = RC = 0,22 s</a:t>
            </a:r>
          </a:p>
        </p:txBody>
      </p:sp>
    </p:spTree>
    <p:extLst>
      <p:ext uri="{BB962C8B-B14F-4D97-AF65-F5344CB8AC3E}">
        <p14:creationId xmlns:p14="http://schemas.microsoft.com/office/powerpoint/2010/main" val="1953338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5B625-51A7-4D7C-8426-CB9D1247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Réponse temporelle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58DA1-A901-4DAE-867C-209E062F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À t = 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EFBB7-08A4-4903-B59D-9A3CC52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u_C(τ) ≈ 0,632 ×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EB548-1B55-424D-8586-BDDD628A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 condensateur atteint environ 63 % de sa tension finale.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fdfe4800c49b8"/>
          <a:stretch xmlns:a="http://schemas.openxmlformats.org/drawingml/2006/main"/>
        </p:blipFill>
        <p:spPr>
          <a:xfrm xmlns:a="http://schemas.openxmlformats.org/drawingml/2006/main">
            <a:off x="5276850" y="1671988"/>
            <a:ext cx="6229350" cy="44093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RePaper</dc:creator>
  <ns0:lastModifiedBy>RePaper</ns0:lastModifiedBy>
  <dc:title>Presentation</dc:title>
  <ns2:created xsi:type="dcterms:W3CDTF">2026-09-07T20:17:05.7370000Z</ns2:created>
  <ns2:modified xsi:type="dcterms:W3CDTF">2026-09-07T20:17:05.7370000Z</ns2:modified>
</ns0:coreProperties>
</file>